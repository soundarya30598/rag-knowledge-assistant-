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75" r:id="rId5"/>
    <p:sldId id="257" r:id="rId6"/>
    <p:sldId id="258" r:id="rId7"/>
    <p:sldId id="259" r:id="rId8"/>
    <p:sldId id="276" r:id="rId9"/>
    <p:sldId id="277" r:id="rId10"/>
    <p:sldId id="278" r:id="rId11"/>
    <p:sldId id="279" r:id="rId12"/>
    <p:sldId id="280"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4106F0-E19A-47AB-A1DE-FE3D17CF201F}" v="12" dt="2026-01-27T04:11:10.6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0" d="100"/>
          <a:sy n="70" d="100"/>
        </p:scale>
        <p:origin x="1810" y="2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99FFA7B-6320-EBDA-10E9-6B04D421205A}"/>
              </a:ext>
            </a:extLst>
          </p:cNvPr>
          <p:cNvSpPr/>
          <p:nvPr/>
        </p:nvSpPr>
        <p:spPr>
          <a:xfrm>
            <a:off x="793790" y="251436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RAG System</a:t>
            </a:r>
            <a:endParaRPr lang="en-US" sz="4450" dirty="0"/>
          </a:p>
        </p:txBody>
      </p:sp>
      <p:sp>
        <p:nvSpPr>
          <p:cNvPr id="4" name="Text 1">
            <a:extLst>
              <a:ext uri="{FF2B5EF4-FFF2-40B4-BE49-F238E27FC236}">
                <a16:creationId xmlns:a16="http://schemas.microsoft.com/office/drawing/2014/main" id="{37D61858-E702-5AB9-D4E6-1C4DE18F81B4}"/>
              </a:ext>
            </a:extLst>
          </p:cNvPr>
          <p:cNvSpPr/>
          <p:nvPr/>
        </p:nvSpPr>
        <p:spPr>
          <a:xfrm>
            <a:off x="793790" y="3313867"/>
            <a:ext cx="2949416"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Knowledge Assistant</a:t>
            </a:r>
            <a:endParaRPr lang="en-US" sz="2200" dirty="0"/>
          </a:p>
        </p:txBody>
      </p:sp>
      <p:sp>
        <p:nvSpPr>
          <p:cNvPr id="5" name="Text 2">
            <a:extLst>
              <a:ext uri="{FF2B5EF4-FFF2-40B4-BE49-F238E27FC236}">
                <a16:creationId xmlns:a16="http://schemas.microsoft.com/office/drawing/2014/main" id="{C611C285-8D30-B6CD-08E4-CC42B933967A}"/>
              </a:ext>
            </a:extLst>
          </p:cNvPr>
          <p:cNvSpPr/>
          <p:nvPr/>
        </p:nvSpPr>
        <p:spPr>
          <a:xfrm>
            <a:off x="793790" y="400835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Project by: Soundarya A</a:t>
            </a:r>
            <a:endParaRPr lang="en-US" sz="1750" dirty="0"/>
          </a:p>
        </p:txBody>
      </p:sp>
      <p:sp>
        <p:nvSpPr>
          <p:cNvPr id="6" name="Text 3">
            <a:extLst>
              <a:ext uri="{FF2B5EF4-FFF2-40B4-BE49-F238E27FC236}">
                <a16:creationId xmlns:a16="http://schemas.microsoft.com/office/drawing/2014/main" id="{8329F852-C4E6-C51D-8944-1BC202C87AAC}"/>
              </a:ext>
            </a:extLst>
          </p:cNvPr>
          <p:cNvSpPr/>
          <p:nvPr/>
        </p:nvSpPr>
        <p:spPr>
          <a:xfrm>
            <a:off x="793790" y="4626412"/>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Retrieval-Augmented Generation (RAG) Pipeline built with Python, Sentence Transformers, ChromaDB, and LLaMA (Ollama) — delivering accurate, context-grounded answers from trusted documents.</a:t>
            </a:r>
            <a:endParaRPr lang="en-US" sz="1750" dirty="0"/>
          </a:p>
        </p:txBody>
      </p:sp>
    </p:spTree>
    <p:extLst>
      <p:ext uri="{BB962C8B-B14F-4D97-AF65-F5344CB8AC3E}">
        <p14:creationId xmlns:p14="http://schemas.microsoft.com/office/powerpoint/2010/main" val="1124743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Isosceles Triangle 3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CE62746B-26C0-1946-D9FA-F4DA76368D1F}"/>
              </a:ext>
            </a:extLst>
          </p:cNvPr>
          <p:cNvPicPr>
            <a:picLocks noChangeAspect="1"/>
          </p:cNvPicPr>
          <p:nvPr/>
        </p:nvPicPr>
        <p:blipFill>
          <a:blip r:embed="rId2"/>
          <a:stretch>
            <a:fillRect/>
          </a:stretch>
        </p:blipFill>
        <p:spPr>
          <a:xfrm>
            <a:off x="482600" y="2126050"/>
            <a:ext cx="8178799" cy="2605898"/>
          </a:xfrm>
          <a:prstGeom prst="rect">
            <a:avLst/>
          </a:prstGeom>
          <a:ln>
            <a:noFill/>
          </a:ln>
        </p:spPr>
      </p:pic>
      <p:sp>
        <p:nvSpPr>
          <p:cNvPr id="35" name="Isosceles Triangle 3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6" name="Isosceles Triangle 45">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59858CCC-56F8-0AF2-8EF2-B4EDB9FBCF62}"/>
              </a:ext>
            </a:extLst>
          </p:cNvPr>
          <p:cNvPicPr>
            <a:picLocks noChangeAspect="1"/>
          </p:cNvPicPr>
          <p:nvPr/>
        </p:nvPicPr>
        <p:blipFill>
          <a:blip r:embed="rId2"/>
          <a:stretch>
            <a:fillRect/>
          </a:stretch>
        </p:blipFill>
        <p:spPr>
          <a:xfrm>
            <a:off x="648715" y="643467"/>
            <a:ext cx="7846569" cy="5571065"/>
          </a:xfrm>
          <a:prstGeom prst="rect">
            <a:avLst/>
          </a:prstGeom>
          <a:ln>
            <a:noFill/>
          </a:ln>
        </p:spPr>
      </p:pic>
      <p:sp>
        <p:nvSpPr>
          <p:cNvPr id="48" name="Isosceles Triangle 47">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2">
            <a:extLst>
              <a:ext uri="{FF2B5EF4-FFF2-40B4-BE49-F238E27FC236}">
                <a16:creationId xmlns:a16="http://schemas.microsoft.com/office/drawing/2014/main" id="{4EE854DB-1EAF-50A8-7CD8-5370B003FCC3}"/>
              </a:ext>
            </a:extLst>
          </p:cNvPr>
          <p:cNvSpPr/>
          <p:nvPr/>
        </p:nvSpPr>
        <p:spPr>
          <a:xfrm>
            <a:off x="851331" y="474532"/>
            <a:ext cx="5486162" cy="553879"/>
          </a:xfrm>
          <a:prstGeom prst="rect">
            <a:avLst/>
          </a:prstGeom>
          <a:noFill/>
          <a:ln/>
        </p:spPr>
        <p:txBody>
          <a:bodyPr wrap="none" lIns="0" tIns="0" rIns="0" bIns="0" rtlCol="0" anchor="t"/>
          <a:lstStyle/>
          <a:p>
            <a:pPr marL="0" indent="0">
              <a:lnSpc>
                <a:spcPts val="4350"/>
              </a:lnSpc>
              <a:buNone/>
            </a:pPr>
            <a:r>
              <a:rPr lang="en-US" sz="3450" dirty="0">
                <a:solidFill>
                  <a:srgbClr val="403CCF"/>
                </a:solidFill>
                <a:latin typeface="Libre Baskerville" pitchFamily="34" charset="0"/>
                <a:ea typeface="Libre Baskerville" pitchFamily="34" charset="-122"/>
                <a:cs typeface="Libre Baskerville" pitchFamily="34" charset="-120"/>
              </a:rPr>
              <a:t>Step 1: Load Documents</a:t>
            </a:r>
            <a:endParaRPr lang="en-US" sz="3450" dirty="0"/>
          </a:p>
        </p:txBody>
      </p:sp>
      <p:sp>
        <p:nvSpPr>
          <p:cNvPr id="22" name="Text 3">
            <a:extLst>
              <a:ext uri="{FF2B5EF4-FFF2-40B4-BE49-F238E27FC236}">
                <a16:creationId xmlns:a16="http://schemas.microsoft.com/office/drawing/2014/main" id="{1AE8ADFE-6ECE-C8CF-E485-4E486C0855F0}"/>
              </a:ext>
            </a:extLst>
          </p:cNvPr>
          <p:cNvSpPr/>
          <p:nvPr/>
        </p:nvSpPr>
        <p:spPr>
          <a:xfrm>
            <a:off x="851331" y="1178701"/>
            <a:ext cx="3891082" cy="332303"/>
          </a:xfrm>
          <a:prstGeom prst="rect">
            <a:avLst/>
          </a:prstGeom>
          <a:noFill/>
          <a:ln/>
        </p:spPr>
        <p:txBody>
          <a:bodyPr wrap="none" lIns="0" tIns="0" rIns="0" bIns="0" rtlCol="0" anchor="t"/>
          <a:lstStyle/>
          <a:p>
            <a:pPr marL="0" indent="0">
              <a:lnSpc>
                <a:spcPts val="2600"/>
              </a:lnSpc>
              <a:buNone/>
            </a:pPr>
            <a:r>
              <a:rPr lang="en-US" sz="2050" dirty="0">
                <a:solidFill>
                  <a:srgbClr val="403CCF"/>
                </a:solidFill>
                <a:latin typeface="Libre Baskerville" pitchFamily="34" charset="0"/>
                <a:ea typeface="Libre Baskerville" pitchFamily="34" charset="-122"/>
                <a:cs typeface="Libre Baskerville" pitchFamily="34" charset="-120"/>
              </a:rPr>
              <a:t>Document Ingestion Process</a:t>
            </a:r>
            <a:endParaRPr lang="en-US" sz="2050" dirty="0"/>
          </a:p>
        </p:txBody>
      </p:sp>
      <p:sp>
        <p:nvSpPr>
          <p:cNvPr id="23" name="Text 4">
            <a:extLst>
              <a:ext uri="{FF2B5EF4-FFF2-40B4-BE49-F238E27FC236}">
                <a16:creationId xmlns:a16="http://schemas.microsoft.com/office/drawing/2014/main" id="{F3B078A2-FA67-9040-0B45-DE3FEE18388E}"/>
              </a:ext>
            </a:extLst>
          </p:cNvPr>
          <p:cNvSpPr/>
          <p:nvPr/>
        </p:nvSpPr>
        <p:spPr>
          <a:xfrm>
            <a:off x="851331" y="1661294"/>
            <a:ext cx="7165538" cy="1010603"/>
          </a:xfrm>
          <a:prstGeom prst="rect">
            <a:avLst/>
          </a:prstGeom>
          <a:noFill/>
          <a:ln/>
        </p:spPr>
        <p:txBody>
          <a:bodyPr wrap="square" lIns="0" tIns="0" rIns="0" bIns="0" rtlCol="0" anchor="t"/>
          <a:lstStyle/>
          <a:p>
            <a:pPr marL="0" indent="0">
              <a:lnSpc>
                <a:spcPts val="1950"/>
              </a:lnSpc>
              <a:buNone/>
            </a:pPr>
            <a:r>
              <a:rPr lang="en-US" sz="1350" dirty="0">
                <a:solidFill>
                  <a:srgbClr val="49495A"/>
                </a:solidFill>
                <a:latin typeface="Open Sans" pitchFamily="34" charset="0"/>
                <a:ea typeface="Open Sans" pitchFamily="34" charset="-122"/>
                <a:cs typeface="Open Sans" pitchFamily="34" charset="-120"/>
              </a:rPr>
              <a:t>All text files from the knowledge base folder are loaded into the system. Each file represents a document that can be referenced in response to user queries. This step ensures that all the source knowledge is available for further processing. Example files include File1.txt, File2.txt, and so on.</a:t>
            </a:r>
            <a:endParaRPr lang="en-US" sz="1350" dirty="0"/>
          </a:p>
        </p:txBody>
      </p:sp>
      <p:pic>
        <p:nvPicPr>
          <p:cNvPr id="25" name="Picture 24">
            <a:extLst>
              <a:ext uri="{FF2B5EF4-FFF2-40B4-BE49-F238E27FC236}">
                <a16:creationId xmlns:a16="http://schemas.microsoft.com/office/drawing/2014/main" id="{25408274-2253-79E1-800E-3DC52F9C376C}"/>
              </a:ext>
            </a:extLst>
          </p:cNvPr>
          <p:cNvPicPr>
            <a:picLocks noChangeAspect="1"/>
          </p:cNvPicPr>
          <p:nvPr/>
        </p:nvPicPr>
        <p:blipFill>
          <a:blip r:embed="rId2"/>
          <a:stretch>
            <a:fillRect/>
          </a:stretch>
        </p:blipFill>
        <p:spPr>
          <a:xfrm>
            <a:off x="752921" y="2982686"/>
            <a:ext cx="7638157" cy="36196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055BFD-6EB6-DC2F-9DE9-53845767AC0B}"/>
              </a:ext>
            </a:extLst>
          </p:cNvPr>
          <p:cNvPicPr>
            <a:picLocks noChangeAspect="1"/>
          </p:cNvPicPr>
          <p:nvPr/>
        </p:nvPicPr>
        <p:blipFill>
          <a:blip r:embed="rId2"/>
          <a:stretch>
            <a:fillRect/>
          </a:stretch>
        </p:blipFill>
        <p:spPr>
          <a:xfrm>
            <a:off x="108856" y="290678"/>
            <a:ext cx="8937171" cy="1639330"/>
          </a:xfrm>
          <a:prstGeom prst="rect">
            <a:avLst/>
          </a:prstGeom>
        </p:spPr>
      </p:pic>
      <p:pic>
        <p:nvPicPr>
          <p:cNvPr id="7" name="Picture 6">
            <a:extLst>
              <a:ext uri="{FF2B5EF4-FFF2-40B4-BE49-F238E27FC236}">
                <a16:creationId xmlns:a16="http://schemas.microsoft.com/office/drawing/2014/main" id="{ECB445B7-D71B-9ABE-CD2F-20356EA0385A}"/>
              </a:ext>
            </a:extLst>
          </p:cNvPr>
          <p:cNvPicPr>
            <a:picLocks noChangeAspect="1"/>
          </p:cNvPicPr>
          <p:nvPr/>
        </p:nvPicPr>
        <p:blipFill>
          <a:blip r:embed="rId3"/>
          <a:stretch>
            <a:fillRect/>
          </a:stretch>
        </p:blipFill>
        <p:spPr>
          <a:xfrm>
            <a:off x="0" y="2198913"/>
            <a:ext cx="9144000" cy="4002007"/>
          </a:xfrm>
          <a:prstGeom prst="rect">
            <a:avLst/>
          </a:prstGeom>
        </p:spPr>
      </p:pic>
    </p:spTree>
    <p:extLst>
      <p:ext uri="{BB962C8B-B14F-4D97-AF65-F5344CB8AC3E}">
        <p14:creationId xmlns:p14="http://schemas.microsoft.com/office/powerpoint/2010/main" val="3396768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F7E576-5385-2478-1CBD-55E8320D859F}"/>
              </a:ext>
            </a:extLst>
          </p:cNvPr>
          <p:cNvPicPr>
            <a:picLocks noChangeAspect="1"/>
          </p:cNvPicPr>
          <p:nvPr/>
        </p:nvPicPr>
        <p:blipFill>
          <a:blip r:embed="rId2"/>
          <a:stretch>
            <a:fillRect/>
          </a:stretch>
        </p:blipFill>
        <p:spPr>
          <a:xfrm>
            <a:off x="0" y="500744"/>
            <a:ext cx="9144000" cy="6172200"/>
          </a:xfrm>
          <a:prstGeom prst="rect">
            <a:avLst/>
          </a:prstGeom>
        </p:spPr>
      </p:pic>
    </p:spTree>
    <p:extLst>
      <p:ext uri="{BB962C8B-B14F-4D97-AF65-F5344CB8AC3E}">
        <p14:creationId xmlns:p14="http://schemas.microsoft.com/office/powerpoint/2010/main" val="3661215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B1EF491-83A9-AA4A-86E4-640CE817E661}"/>
              </a:ext>
            </a:extLst>
          </p:cNvPr>
          <p:cNvPicPr>
            <a:picLocks noChangeAspect="1"/>
          </p:cNvPicPr>
          <p:nvPr/>
        </p:nvPicPr>
        <p:blipFill>
          <a:blip r:embed="rId2"/>
          <a:srcRect t="22840"/>
          <a:stretch>
            <a:fillRect/>
          </a:stretch>
        </p:blipFill>
        <p:spPr>
          <a:xfrm>
            <a:off x="0" y="511628"/>
            <a:ext cx="9144000" cy="1267944"/>
          </a:xfrm>
          <a:prstGeom prst="rect">
            <a:avLst/>
          </a:prstGeom>
        </p:spPr>
      </p:pic>
      <p:pic>
        <p:nvPicPr>
          <p:cNvPr id="7" name="Picture 6">
            <a:extLst>
              <a:ext uri="{FF2B5EF4-FFF2-40B4-BE49-F238E27FC236}">
                <a16:creationId xmlns:a16="http://schemas.microsoft.com/office/drawing/2014/main" id="{10C5D4A4-EBB4-199C-CBAA-3C612F443E5E}"/>
              </a:ext>
            </a:extLst>
          </p:cNvPr>
          <p:cNvPicPr>
            <a:picLocks noChangeAspect="1"/>
          </p:cNvPicPr>
          <p:nvPr/>
        </p:nvPicPr>
        <p:blipFill>
          <a:blip r:embed="rId3"/>
          <a:srcRect t="7233" b="13146"/>
          <a:stretch>
            <a:fillRect/>
          </a:stretch>
        </p:blipFill>
        <p:spPr>
          <a:xfrm>
            <a:off x="97971" y="2286000"/>
            <a:ext cx="9144000" cy="3657600"/>
          </a:xfrm>
          <a:prstGeom prst="rect">
            <a:avLst/>
          </a:prstGeom>
        </p:spPr>
      </p:pic>
    </p:spTree>
    <p:extLst>
      <p:ext uri="{BB962C8B-B14F-4D97-AF65-F5344CB8AC3E}">
        <p14:creationId xmlns:p14="http://schemas.microsoft.com/office/powerpoint/2010/main" val="133972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57FEB2-2C89-1513-31D4-7A9870BBBAB2}"/>
              </a:ext>
            </a:extLst>
          </p:cNvPr>
          <p:cNvPicPr>
            <a:picLocks noChangeAspect="1"/>
          </p:cNvPicPr>
          <p:nvPr/>
        </p:nvPicPr>
        <p:blipFill>
          <a:blip r:embed="rId2"/>
          <a:srcRect t="16675"/>
          <a:stretch>
            <a:fillRect/>
          </a:stretch>
        </p:blipFill>
        <p:spPr>
          <a:xfrm>
            <a:off x="0" y="1066798"/>
            <a:ext cx="9144000" cy="1578667"/>
          </a:xfrm>
          <a:prstGeom prst="rect">
            <a:avLst/>
          </a:prstGeom>
        </p:spPr>
      </p:pic>
      <p:pic>
        <p:nvPicPr>
          <p:cNvPr id="3" name="Picture 2">
            <a:extLst>
              <a:ext uri="{FF2B5EF4-FFF2-40B4-BE49-F238E27FC236}">
                <a16:creationId xmlns:a16="http://schemas.microsoft.com/office/drawing/2014/main" id="{8DA40CD4-4AAA-2563-A601-C66D457F2AD7}"/>
              </a:ext>
            </a:extLst>
          </p:cNvPr>
          <p:cNvPicPr>
            <a:picLocks noChangeAspect="1"/>
          </p:cNvPicPr>
          <p:nvPr/>
        </p:nvPicPr>
        <p:blipFill>
          <a:blip r:embed="rId3"/>
          <a:stretch>
            <a:fillRect/>
          </a:stretch>
        </p:blipFill>
        <p:spPr>
          <a:xfrm>
            <a:off x="0" y="3020722"/>
            <a:ext cx="8763000" cy="2318785"/>
          </a:xfrm>
          <a:prstGeom prst="rect">
            <a:avLst/>
          </a:prstGeom>
        </p:spPr>
      </p:pic>
    </p:spTree>
    <p:extLst>
      <p:ext uri="{BB962C8B-B14F-4D97-AF65-F5344CB8AC3E}">
        <p14:creationId xmlns:p14="http://schemas.microsoft.com/office/powerpoint/2010/main" val="1046534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F66E09-CC70-179D-6916-E0F2251A59F9}"/>
              </a:ext>
            </a:extLst>
          </p:cNvPr>
          <p:cNvPicPr>
            <a:picLocks noChangeAspect="1"/>
          </p:cNvPicPr>
          <p:nvPr/>
        </p:nvPicPr>
        <p:blipFill>
          <a:blip r:embed="rId2"/>
          <a:stretch>
            <a:fillRect/>
          </a:stretch>
        </p:blipFill>
        <p:spPr>
          <a:xfrm>
            <a:off x="0" y="1382486"/>
            <a:ext cx="9144000" cy="4268382"/>
          </a:xfrm>
          <a:prstGeom prst="rect">
            <a:avLst/>
          </a:prstGeom>
        </p:spPr>
      </p:pic>
      <p:sp>
        <p:nvSpPr>
          <p:cNvPr id="6" name="TextBox 5">
            <a:extLst>
              <a:ext uri="{FF2B5EF4-FFF2-40B4-BE49-F238E27FC236}">
                <a16:creationId xmlns:a16="http://schemas.microsoft.com/office/drawing/2014/main" id="{5B6B0D9A-545D-8F3F-72E6-497AD42F5F4C}"/>
              </a:ext>
            </a:extLst>
          </p:cNvPr>
          <p:cNvSpPr txBox="1"/>
          <p:nvPr/>
        </p:nvSpPr>
        <p:spPr>
          <a:xfrm>
            <a:off x="1371600" y="391886"/>
            <a:ext cx="5878286" cy="369332"/>
          </a:xfrm>
          <a:prstGeom prst="rect">
            <a:avLst/>
          </a:prstGeom>
          <a:noFill/>
        </p:spPr>
        <p:txBody>
          <a:bodyPr wrap="square" rtlCol="0">
            <a:spAutoFit/>
          </a:bodyPr>
          <a:lstStyle/>
          <a:p>
            <a:pPr algn="ctr"/>
            <a:r>
              <a:rPr lang="en-US" dirty="0">
                <a:solidFill>
                  <a:srgbClr val="403CCF"/>
                </a:solidFill>
                <a:latin typeface="Libre Baskerville" pitchFamily="34" charset="0"/>
                <a:ea typeface="Libre Baskerville" pitchFamily="34" charset="-122"/>
                <a:cs typeface="Libre Baskerville" pitchFamily="34" charset="-120"/>
              </a:rPr>
              <a:t>Results</a:t>
            </a:r>
            <a:endParaRPr lang="en-US" dirty="0"/>
          </a:p>
        </p:txBody>
      </p:sp>
    </p:spTree>
    <p:extLst>
      <p:ext uri="{BB962C8B-B14F-4D97-AF65-F5344CB8AC3E}">
        <p14:creationId xmlns:p14="http://schemas.microsoft.com/office/powerpoint/2010/main" val="18943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356340DCD05E48B0128E8036B148AA" ma:contentTypeVersion="11" ma:contentTypeDescription="Create a new document." ma:contentTypeScope="" ma:versionID="898fd843ef8c2713aaec670ae66f1784">
  <xsd:schema xmlns:xsd="http://www.w3.org/2001/XMLSchema" xmlns:xs="http://www.w3.org/2001/XMLSchema" xmlns:p="http://schemas.microsoft.com/office/2006/metadata/properties" xmlns:ns3="15558206-18d3-4ae1-ab46-5684c9e05d7d" targetNamespace="http://schemas.microsoft.com/office/2006/metadata/properties" ma:root="true" ma:fieldsID="99242f96506d9ea3464ff9e8dc4c27c8" ns3:_="">
    <xsd:import namespace="15558206-18d3-4ae1-ab46-5684c9e05d7d"/>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58206-18d3-4ae1-ab46-5684c9e05d7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5558206-18d3-4ae1-ab46-5684c9e05d7d" xsi:nil="true"/>
  </documentManagement>
</p:properties>
</file>

<file path=customXml/itemProps1.xml><?xml version="1.0" encoding="utf-8"?>
<ds:datastoreItem xmlns:ds="http://schemas.openxmlformats.org/officeDocument/2006/customXml" ds:itemID="{83498B33-F808-4E4F-A134-0D2F53478F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58206-18d3-4ae1-ab46-5684c9e05d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4E915D-DEAD-46DE-9093-8343175BA10A}">
  <ds:schemaRefs>
    <ds:schemaRef ds:uri="http://schemas.microsoft.com/sharepoint/v3/contenttype/forms"/>
  </ds:schemaRefs>
</ds:datastoreItem>
</file>

<file path=customXml/itemProps3.xml><?xml version="1.0" encoding="utf-8"?>
<ds:datastoreItem xmlns:ds="http://schemas.openxmlformats.org/officeDocument/2006/customXml" ds:itemID="{CED76411-8955-416C-A9DF-FACA0B1E5FE0}">
  <ds:schemaRefs>
    <ds:schemaRef ds:uri="http://purl.org/dc/terms/"/>
    <ds:schemaRef ds:uri="http://schemas.microsoft.com/office/2006/metadata/properties"/>
    <ds:schemaRef ds:uri="http://schemas.openxmlformats.org/package/2006/metadata/core-properties"/>
    <ds:schemaRef ds:uri="http://schemas.microsoft.com/office/2006/documentManagement/types"/>
    <ds:schemaRef ds:uri="http://www.w3.org/XML/1998/namespace"/>
    <ds:schemaRef ds:uri="http://purl.org/dc/elements/1.1/"/>
    <ds:schemaRef ds:uri="http://schemas.microsoft.com/office/infopath/2007/PartnerControls"/>
    <ds:schemaRef ds:uri="15558206-18d3-4ae1-ab46-5684c9e05d7d"/>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TotalTime>
  <Words>106</Words>
  <Application>Microsoft Office PowerPoint</Application>
  <PresentationFormat>On-screen Show (4:3)</PresentationFormat>
  <Paragraphs>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Libre Baskerville</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Soundarya Anjanayya</cp:lastModifiedBy>
  <cp:revision>3</cp:revision>
  <dcterms:created xsi:type="dcterms:W3CDTF">2013-01-27T09:14:16Z</dcterms:created>
  <dcterms:modified xsi:type="dcterms:W3CDTF">2026-01-27T04:16:02Z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0x01010061356340DCD05E48B0128E8036B148AA</vt:lpwstr>
  </property>
  <property fmtid="{D5CDD505-2E9C-101B-9397-08002B2CF9AE}" pid="3" name="MSIP_Label_be508828-8719-4759-be0e-c3b376cd85fe_Enabled">
    <vt:lpwstr>true</vt:lpwstr>
  </property>
  <property fmtid="{D5CDD505-2E9C-101B-9397-08002B2CF9AE}" pid="4" name="MSIP_Label_be508828-8719-4759-be0e-c3b376cd85fe_SetDate">
    <vt:lpwstr>2026-01-27T04:04:58Z</vt:lpwstr>
  </property>
  <property fmtid="{D5CDD505-2E9C-101B-9397-08002B2CF9AE}" pid="5" name="MSIP_Label_be508828-8719-4759-be0e-c3b376cd85fe_Method">
    <vt:lpwstr>Standard</vt:lpwstr>
  </property>
  <property fmtid="{D5CDD505-2E9C-101B-9397-08002B2CF9AE}" pid="6" name="MSIP_Label_be508828-8719-4759-be0e-c3b376cd85fe_Name">
    <vt:lpwstr>Internal</vt:lpwstr>
  </property>
  <property fmtid="{D5CDD505-2E9C-101B-9397-08002B2CF9AE}" pid="7" name="MSIP_Label_be508828-8719-4759-be0e-c3b376cd85fe_SiteId">
    <vt:lpwstr>52fdccfd-9751-451a-b34f-9d3be8f41be7</vt:lpwstr>
  </property>
  <property fmtid="{D5CDD505-2E9C-101B-9397-08002B2CF9AE}" pid="8" name="MSIP_Label_be508828-8719-4759-be0e-c3b376cd85fe_ActionId">
    <vt:lpwstr>86cd6d00-0eed-4444-8261-d352bc2d604a</vt:lpwstr>
  </property>
  <property fmtid="{D5CDD505-2E9C-101B-9397-08002B2CF9AE}" pid="9" name="MSIP_Label_be508828-8719-4759-be0e-c3b376cd85fe_ContentBits">
    <vt:lpwstr>0</vt:lpwstr>
  </property>
  <property fmtid="{D5CDD505-2E9C-101B-9397-08002B2CF9AE}" pid="10" name="MSIP_Label_be508828-8719-4759-be0e-c3b376cd85fe_Tag">
    <vt:lpwstr>10, 3, 0, 1</vt:lpwstr>
  </property>
</Properties>
</file>